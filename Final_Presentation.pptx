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C32A15-4214-4D46-BF01-68DC6D5BE1B0}" v="2" dt="2025-05-01T04:45:33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772" autoAdjust="0"/>
  </p:normalViewPr>
  <p:slideViewPr>
    <p:cSldViewPr snapToGrid="0">
      <p:cViewPr varScale="1">
        <p:scale>
          <a:sx n="110" d="100"/>
          <a:sy n="110" d="100"/>
        </p:scale>
        <p:origin x="114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AB4D-4B12-EF68-3A02-5E6700FE4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9107B-220D-FA57-697F-BBD3D375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99E4-54DA-DB5D-C091-39CE72B5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D6665-1ACE-A4CD-7CE2-062DF96D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026E-CFD0-EA9B-B3B3-A5389F4F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76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6CF3-BE59-A49D-B2A4-867AE488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C6DFC-587B-2739-A7AE-AE2DA4D60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8736D-C7BE-39FE-3041-8185ADBD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922C1-401F-E8EF-0DE1-7B66E34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C1EE2-609C-AEFF-8015-D878C091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1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9B3A-795A-933E-2133-20F277ED3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38D72-49C2-26D2-FA47-928CB2C7B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66CC1-C371-046B-F611-2507AEB4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D1BED-790E-8C4B-5FD0-08927D80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3B614-8422-7F85-5B52-735AD2C6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7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8798-9755-8E46-54DC-65E8712E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1BCE-0E9A-3C5F-BDB4-305F2D333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F675A-342B-3625-D439-22D505945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7D86C-4B13-31CE-968E-E1F6D328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4E7C2-3F2D-9300-3918-4A70927A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03047-69A7-39BB-F695-694DDCDC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0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10D-A37A-4A21-9D4C-AA93983BE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7059B-E367-E286-150F-CD2586FDF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7EC83-6514-A012-FAE4-5F829E021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58C07-9564-D534-EE9A-C5AB72028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BE0C38-24D7-6579-8C0F-EAFDEF9B2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0BB7A-6914-1D98-17D8-75A697FC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9303D-34F8-96FC-2C3B-662D1522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CF83E-C3A6-4EBF-06A4-3D19DA59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7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4380-4949-C17A-952B-E1FF1C0F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1979C-B7A7-C58D-EDBE-B9BA3DF5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4C3A6-97F6-2A69-33C1-E081184F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FD7D6-52CA-2C65-2773-EACF0826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3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F91F0-9FCD-A06A-29DF-7F1EB5BA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1401A-DA03-F4F9-B27C-ADE0DD92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EACE-EFB4-BA6B-EA42-0A77FF08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1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FD9F-AF86-A999-77DB-1952F90A2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ED063-6D25-CDA4-5726-1646D6A0E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F1663-5B56-FC81-52CA-B33568395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644A6-637A-51BD-E33E-BD256150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9AC8A-DC16-276D-ED9F-0755909BD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5B25E-20AE-20D1-426C-488F8AD2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0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7CA9-2CC8-6E2B-969C-08CE6E8B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4160B-881F-3FDF-435D-982A42CB4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745EF-673E-7D7C-EC2C-B4F9545A4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4D230-6CCA-10CF-BE87-6DFBC261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36B37-C8FF-8E12-E541-6ED64181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BE21F-75A9-FFE9-DB3A-E82DA417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5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7B3A-1D1B-56B3-E195-6B58877B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713B5-CA0E-9971-CEF6-A09522CF9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1E0F7-9F2C-EE99-E314-22647A00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55500-1716-B15E-88CC-F272DF2A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60390-5DFF-39C7-A5D2-162ED179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9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D2A75-6F08-E168-F858-85D38DB90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BC97C-0491-4743-FC56-BF444B293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AD60-9295-0C6D-201C-9E245F968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191B2-7010-2AB0-2B65-32A8C350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75156-F181-C31F-DC0A-169C19DB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62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AC1F8-89E0-8E2A-AA0E-EF1EDE01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CD3E6-00AA-5EBC-BEEB-38BF3A327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40C52-A3CD-B21E-526A-FC92F185B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3E80A-24EB-47D0-AF8B-D3A71EB1C7A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00EEA-1CF8-B3CF-10A0-C1A5BF4F8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FC0F5-33A0-69C3-EA6A-757554920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FDC6B-EECF-4F01-A830-B7B76F63D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3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velandleisure.com/thmb/8iCrX_YGnN-jZjjDV1YjDp5Rp6g=/750x0/filters:no_upscale():max_bytes(150000):strip_icc():format(webp)/TAL-minnesota-GREATRIVERRD0923-50911cd3977e4e869e56e2153692af9f.jpg" TargetMode="External"/><Relationship Id="rId2" Type="http://schemas.openxmlformats.org/officeDocument/2006/relationships/hyperlink" Target="https://optimise2.assets-servd.host/material-civet/production/images/Tread_West-River-Parkway-Minneapolis.JPG?w=1000&amp;q=82&amp;auto=format&amp;fit=clip&amp;dm=1620062533&amp;s=b90ad6ef0e783cfe011aa1f834060ce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uide to Driving the Great River Road">
            <a:extLst>
              <a:ext uri="{FF2B5EF4-FFF2-40B4-BE49-F238E27FC236}">
                <a16:creationId xmlns:a16="http://schemas.microsoft.com/office/drawing/2014/main" id="{8BA44253-B920-F362-D650-9CE82E34C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C7FC30-15E1-887F-CC0C-E5743B28F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Biking to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2C937-04C9-72B6-33B0-B7A81C6D2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Is there a fastest route?</a:t>
            </a:r>
          </a:p>
          <a:p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287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E9986A5-A7D1-4022-BAC0-885FB7A14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10A7D-EEC8-E617-B18C-57280269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44570"/>
            <a:ext cx="3344528" cy="1703830"/>
          </a:xfrm>
        </p:spPr>
        <p:txBody>
          <a:bodyPr anchor="ctr">
            <a:normAutofit/>
          </a:bodyPr>
          <a:lstStyle/>
          <a:p>
            <a:r>
              <a:rPr lang="en-US" sz="4800"/>
              <a:t>Which route is fastest?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ABAF0-AC99-9B10-9EB4-DCD3DB614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5" r="866" b="-4"/>
          <a:stretch/>
        </p:blipFill>
        <p:spPr>
          <a:xfrm>
            <a:off x="20" y="-1"/>
            <a:ext cx="3975444" cy="4306593"/>
          </a:xfrm>
          <a:custGeom>
            <a:avLst/>
            <a:gdLst/>
            <a:ahLst/>
            <a:cxnLst/>
            <a:rect l="l" t="t" r="r" b="b"/>
            <a:pathLst>
              <a:path w="3975464" h="4365555">
                <a:moveTo>
                  <a:pt x="0" y="0"/>
                </a:moveTo>
                <a:lnTo>
                  <a:pt x="3954724" y="0"/>
                </a:lnTo>
                <a:lnTo>
                  <a:pt x="3944328" y="441228"/>
                </a:lnTo>
                <a:cubicBezTo>
                  <a:pt x="3942781" y="508796"/>
                  <a:pt x="3939430" y="576877"/>
                  <a:pt x="3951159" y="643804"/>
                </a:cubicBezTo>
                <a:cubicBezTo>
                  <a:pt x="3980543" y="810736"/>
                  <a:pt x="3979900" y="978310"/>
                  <a:pt x="3967011" y="1146396"/>
                </a:cubicBezTo>
                <a:cubicBezTo>
                  <a:pt x="3954123" y="1321150"/>
                  <a:pt x="3931569" y="1495262"/>
                  <a:pt x="3940203" y="1671170"/>
                </a:cubicBezTo>
                <a:cubicBezTo>
                  <a:pt x="3945230" y="1770534"/>
                  <a:pt x="3953091" y="1869643"/>
                  <a:pt x="3953091" y="1969263"/>
                </a:cubicBezTo>
                <a:cubicBezTo>
                  <a:pt x="3955799" y="2447623"/>
                  <a:pt x="3948581" y="2926496"/>
                  <a:pt x="3959665" y="3405241"/>
                </a:cubicBezTo>
                <a:cubicBezTo>
                  <a:pt x="3962629" y="3529479"/>
                  <a:pt x="3949097" y="3653076"/>
                  <a:pt x="3946777" y="3777057"/>
                </a:cubicBezTo>
                <a:cubicBezTo>
                  <a:pt x="3944973" y="3878089"/>
                  <a:pt x="3947873" y="3979056"/>
                  <a:pt x="3950499" y="4080023"/>
                </a:cubicBezTo>
                <a:lnTo>
                  <a:pt x="3952324" y="4346210"/>
                </a:lnTo>
                <a:lnTo>
                  <a:pt x="3923793" y="4344582"/>
                </a:lnTo>
                <a:cubicBezTo>
                  <a:pt x="3869166" y="4337251"/>
                  <a:pt x="3813841" y="4336693"/>
                  <a:pt x="3759075" y="4342933"/>
                </a:cubicBezTo>
                <a:cubicBezTo>
                  <a:pt x="3703277" y="4347626"/>
                  <a:pt x="3647607" y="4354981"/>
                  <a:pt x="3591682" y="4357645"/>
                </a:cubicBezTo>
                <a:cubicBezTo>
                  <a:pt x="3349688" y="4370998"/>
                  <a:pt x="3107046" y="4367447"/>
                  <a:pt x="2865549" y="4346991"/>
                </a:cubicBezTo>
                <a:cubicBezTo>
                  <a:pt x="2661378" y="4329084"/>
                  <a:pt x="2456048" y="4328501"/>
                  <a:pt x="2251775" y="4345215"/>
                </a:cubicBezTo>
                <a:cubicBezTo>
                  <a:pt x="2200819" y="4349148"/>
                  <a:pt x="2149862" y="4359293"/>
                  <a:pt x="2098906" y="4351937"/>
                </a:cubicBezTo>
                <a:cubicBezTo>
                  <a:pt x="2025044" y="4342895"/>
                  <a:pt x="1950494" y="4340688"/>
                  <a:pt x="1876224" y="4345343"/>
                </a:cubicBezTo>
                <a:cubicBezTo>
                  <a:pt x="1700042" y="4352318"/>
                  <a:pt x="1523986" y="4361576"/>
                  <a:pt x="1347676" y="4359039"/>
                </a:cubicBezTo>
                <a:cubicBezTo>
                  <a:pt x="1064484" y="4355108"/>
                  <a:pt x="781420" y="4341031"/>
                  <a:pt x="498101" y="4351430"/>
                </a:cubicBezTo>
                <a:cubicBezTo>
                  <a:pt x="364340" y="4356376"/>
                  <a:pt x="230578" y="4360752"/>
                  <a:pt x="96817" y="4355568"/>
                </a:cubicBezTo>
                <a:lnTo>
                  <a:pt x="0" y="4349268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7F180A-4D84-BF0B-287C-7FF5D701B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1168" b="-5"/>
          <a:stretch/>
        </p:blipFill>
        <p:spPr>
          <a:xfrm>
            <a:off x="4148881" y="-1"/>
            <a:ext cx="3872656" cy="4306594"/>
          </a:xfrm>
          <a:custGeom>
            <a:avLst/>
            <a:gdLst/>
            <a:ahLst/>
            <a:cxnLst/>
            <a:rect l="l" t="t" r="r" b="b"/>
            <a:pathLst>
              <a:path w="3872656" h="4370715">
                <a:moveTo>
                  <a:pt x="9308" y="0"/>
                </a:moveTo>
                <a:lnTo>
                  <a:pt x="3851998" y="0"/>
                </a:lnTo>
                <a:lnTo>
                  <a:pt x="3841520" y="444702"/>
                </a:lnTo>
                <a:cubicBezTo>
                  <a:pt x="3839973" y="512270"/>
                  <a:pt x="3836622" y="580351"/>
                  <a:pt x="3848351" y="647278"/>
                </a:cubicBezTo>
                <a:cubicBezTo>
                  <a:pt x="3877736" y="814210"/>
                  <a:pt x="3877092" y="981784"/>
                  <a:pt x="3864203" y="1149870"/>
                </a:cubicBezTo>
                <a:cubicBezTo>
                  <a:pt x="3851315" y="1324624"/>
                  <a:pt x="3828761" y="1498736"/>
                  <a:pt x="3837395" y="1674644"/>
                </a:cubicBezTo>
                <a:cubicBezTo>
                  <a:pt x="3842422" y="1774008"/>
                  <a:pt x="3850284" y="1873117"/>
                  <a:pt x="3850284" y="1972737"/>
                </a:cubicBezTo>
                <a:cubicBezTo>
                  <a:pt x="3852991" y="2451097"/>
                  <a:pt x="3845773" y="2929970"/>
                  <a:pt x="3856857" y="3408715"/>
                </a:cubicBezTo>
                <a:cubicBezTo>
                  <a:pt x="3859821" y="3532953"/>
                  <a:pt x="3846289" y="3656550"/>
                  <a:pt x="3843969" y="3780531"/>
                </a:cubicBezTo>
                <a:cubicBezTo>
                  <a:pt x="3842165" y="3881563"/>
                  <a:pt x="3845065" y="3982530"/>
                  <a:pt x="3847691" y="4083497"/>
                </a:cubicBezTo>
                <a:lnTo>
                  <a:pt x="3849494" y="4346466"/>
                </a:lnTo>
                <a:lnTo>
                  <a:pt x="3739963" y="4345485"/>
                </a:lnTo>
                <a:cubicBezTo>
                  <a:pt x="3702780" y="4346420"/>
                  <a:pt x="3665581" y="4348259"/>
                  <a:pt x="3628383" y="4349908"/>
                </a:cubicBezTo>
                <a:cubicBezTo>
                  <a:pt x="3508316" y="4356655"/>
                  <a:pt x="3387918" y="4354828"/>
                  <a:pt x="3268119" y="4344454"/>
                </a:cubicBezTo>
                <a:cubicBezTo>
                  <a:pt x="3196206" y="4335589"/>
                  <a:pt x="3123466" y="4335589"/>
                  <a:pt x="3051553" y="4344454"/>
                </a:cubicBezTo>
                <a:cubicBezTo>
                  <a:pt x="2869715" y="4368829"/>
                  <a:pt x="2685977" y="4376260"/>
                  <a:pt x="2502751" y="4366648"/>
                </a:cubicBezTo>
                <a:cubicBezTo>
                  <a:pt x="2288987" y="4357263"/>
                  <a:pt x="2075733" y="4337859"/>
                  <a:pt x="1861843" y="4332533"/>
                </a:cubicBezTo>
                <a:cubicBezTo>
                  <a:pt x="1726297" y="4329109"/>
                  <a:pt x="1589733" y="4319851"/>
                  <a:pt x="1455972" y="4342552"/>
                </a:cubicBezTo>
                <a:cubicBezTo>
                  <a:pt x="1319536" y="4365887"/>
                  <a:pt x="1184374" y="4354980"/>
                  <a:pt x="1048318" y="4348258"/>
                </a:cubicBezTo>
                <a:cubicBezTo>
                  <a:pt x="946532" y="4340953"/>
                  <a:pt x="844365" y="4340953"/>
                  <a:pt x="742578" y="4348258"/>
                </a:cubicBezTo>
                <a:cubicBezTo>
                  <a:pt x="618869" y="4360661"/>
                  <a:pt x="494432" y="4364263"/>
                  <a:pt x="370214" y="4359038"/>
                </a:cubicBezTo>
                <a:cubicBezTo>
                  <a:pt x="296007" y="4355170"/>
                  <a:pt x="221738" y="4351270"/>
                  <a:pt x="147421" y="4348702"/>
                </a:cubicBezTo>
                <a:lnTo>
                  <a:pt x="13040" y="4347289"/>
                </a:lnTo>
                <a:lnTo>
                  <a:pt x="371" y="4103870"/>
                </a:lnTo>
                <a:cubicBezTo>
                  <a:pt x="-757" y="4012134"/>
                  <a:pt x="886" y="3920334"/>
                  <a:pt x="2690" y="3828598"/>
                </a:cubicBezTo>
                <a:cubicBezTo>
                  <a:pt x="5913" y="3670768"/>
                  <a:pt x="16095" y="3513067"/>
                  <a:pt x="20090" y="3355238"/>
                </a:cubicBezTo>
                <a:cubicBezTo>
                  <a:pt x="25761" y="3127790"/>
                  <a:pt x="3336" y="2900469"/>
                  <a:pt x="10940" y="2573142"/>
                </a:cubicBezTo>
                <a:cubicBezTo>
                  <a:pt x="20218" y="2391979"/>
                  <a:pt x="14032" y="2111578"/>
                  <a:pt x="14677" y="1830024"/>
                </a:cubicBezTo>
                <a:cubicBezTo>
                  <a:pt x="15451" y="1640269"/>
                  <a:pt x="5268" y="1450771"/>
                  <a:pt x="6171" y="1261145"/>
                </a:cubicBezTo>
                <a:cubicBezTo>
                  <a:pt x="6815" y="1121522"/>
                  <a:pt x="19961" y="982540"/>
                  <a:pt x="25374" y="843301"/>
                </a:cubicBezTo>
                <a:cubicBezTo>
                  <a:pt x="30078" y="673215"/>
                  <a:pt x="25426" y="502988"/>
                  <a:pt x="11455" y="333401"/>
                </a:cubicBezTo>
                <a:cubicBezTo>
                  <a:pt x="4817" y="239678"/>
                  <a:pt x="5623" y="145890"/>
                  <a:pt x="8088" y="52087"/>
                </a:cubicBezTo>
                <a:close/>
              </a:path>
            </a:pathLst>
          </a:cu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FF22DA-7882-ED08-9499-23526E165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6" b="-4"/>
          <a:stretch/>
        </p:blipFill>
        <p:spPr>
          <a:xfrm>
            <a:off x="8194953" y="-1"/>
            <a:ext cx="3997047" cy="4306593"/>
          </a:xfrm>
          <a:custGeom>
            <a:avLst/>
            <a:gdLst/>
            <a:ahLst/>
            <a:cxnLst/>
            <a:rect l="l" t="t" r="r" b="b"/>
            <a:pathLst>
              <a:path w="3997047" h="4358703">
                <a:moveTo>
                  <a:pt x="9389" y="0"/>
                </a:moveTo>
                <a:lnTo>
                  <a:pt x="3997047" y="0"/>
                </a:lnTo>
                <a:lnTo>
                  <a:pt x="3997047" y="4347477"/>
                </a:lnTo>
                <a:lnTo>
                  <a:pt x="3922844" y="4341211"/>
                </a:lnTo>
                <a:cubicBezTo>
                  <a:pt x="3821334" y="4336140"/>
                  <a:pt x="3719771" y="4340396"/>
                  <a:pt x="3618208" y="4343440"/>
                </a:cubicBezTo>
                <a:cubicBezTo>
                  <a:pt x="3488013" y="4347245"/>
                  <a:pt x="3357819" y="4358659"/>
                  <a:pt x="3227370" y="4344455"/>
                </a:cubicBezTo>
                <a:cubicBezTo>
                  <a:pt x="3152388" y="4335717"/>
                  <a:pt x="3076577" y="4336833"/>
                  <a:pt x="3001887" y="4347752"/>
                </a:cubicBezTo>
                <a:cubicBezTo>
                  <a:pt x="2932216" y="4357340"/>
                  <a:pt x="2861768" y="4360092"/>
                  <a:pt x="2791563" y="4355995"/>
                </a:cubicBezTo>
                <a:cubicBezTo>
                  <a:pt x="2658694" y="4350416"/>
                  <a:pt x="2524678" y="4346991"/>
                  <a:pt x="2391171" y="4351303"/>
                </a:cubicBezTo>
                <a:cubicBezTo>
                  <a:pt x="2185433" y="4357898"/>
                  <a:pt x="1979696" y="4363985"/>
                  <a:pt x="1773830" y="4351303"/>
                </a:cubicBezTo>
                <a:cubicBezTo>
                  <a:pt x="1620961" y="4342172"/>
                  <a:pt x="1468090" y="4341031"/>
                  <a:pt x="1315220" y="4345723"/>
                </a:cubicBezTo>
                <a:cubicBezTo>
                  <a:pt x="1162350" y="4350416"/>
                  <a:pt x="1009480" y="4359927"/>
                  <a:pt x="856610" y="4351303"/>
                </a:cubicBezTo>
                <a:cubicBezTo>
                  <a:pt x="678261" y="4341158"/>
                  <a:pt x="499913" y="4342933"/>
                  <a:pt x="321565" y="4344708"/>
                </a:cubicBezTo>
                <a:cubicBezTo>
                  <a:pt x="235449" y="4345596"/>
                  <a:pt x="149428" y="4348323"/>
                  <a:pt x="63422" y="4349686"/>
                </a:cubicBezTo>
                <a:lnTo>
                  <a:pt x="12951" y="4349060"/>
                </a:lnTo>
                <a:lnTo>
                  <a:pt x="371" y="4107346"/>
                </a:lnTo>
                <a:cubicBezTo>
                  <a:pt x="-757" y="4015610"/>
                  <a:pt x="887" y="3923810"/>
                  <a:pt x="2691" y="3832074"/>
                </a:cubicBezTo>
                <a:cubicBezTo>
                  <a:pt x="5913" y="3674244"/>
                  <a:pt x="16095" y="3516543"/>
                  <a:pt x="20090" y="3358714"/>
                </a:cubicBezTo>
                <a:cubicBezTo>
                  <a:pt x="25761" y="3131266"/>
                  <a:pt x="3336" y="2903945"/>
                  <a:pt x="10940" y="2576618"/>
                </a:cubicBezTo>
                <a:cubicBezTo>
                  <a:pt x="20219" y="2395455"/>
                  <a:pt x="14032" y="2115054"/>
                  <a:pt x="14677" y="1833500"/>
                </a:cubicBezTo>
                <a:cubicBezTo>
                  <a:pt x="15451" y="1643745"/>
                  <a:pt x="5269" y="1454247"/>
                  <a:pt x="6171" y="1264621"/>
                </a:cubicBezTo>
                <a:cubicBezTo>
                  <a:pt x="6815" y="1124998"/>
                  <a:pt x="19961" y="986016"/>
                  <a:pt x="25375" y="846777"/>
                </a:cubicBezTo>
                <a:cubicBezTo>
                  <a:pt x="30078" y="676691"/>
                  <a:pt x="25426" y="506464"/>
                  <a:pt x="11455" y="336877"/>
                </a:cubicBezTo>
                <a:cubicBezTo>
                  <a:pt x="4818" y="243154"/>
                  <a:pt x="5623" y="149366"/>
                  <a:pt x="8088" y="55563"/>
                </a:cubicBezTo>
                <a:close/>
              </a:path>
            </a:pathLst>
          </a:cu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D2758DA7-6A89-49A1-B9F5-546D99324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422904" y="5413767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27B96FE-5197-0CF7-882B-CD4EC2618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582" y="4544570"/>
            <a:ext cx="7147481" cy="170383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Three routes I normally take to work</a:t>
            </a:r>
          </a:p>
          <a:p>
            <a:r>
              <a:rPr lang="en-US" sz="2200" dirty="0"/>
              <a:t>Is there a significant difference in my commute time?</a:t>
            </a:r>
          </a:p>
        </p:txBody>
      </p:sp>
    </p:spTree>
    <p:extLst>
      <p:ext uri="{BB962C8B-B14F-4D97-AF65-F5344CB8AC3E}">
        <p14:creationId xmlns:p14="http://schemas.microsoft.com/office/powerpoint/2010/main" val="68574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BFE48-A63D-9E4E-A59C-77B7B9E6F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529" y="348655"/>
            <a:ext cx="1530016" cy="616068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BFA8-D164-CF18-9F03-8E0760B5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AA0D-6057-063B-C788-9585D02C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354" y="2798064"/>
            <a:ext cx="5461095" cy="3417611"/>
          </a:xfrm>
        </p:spPr>
        <p:txBody>
          <a:bodyPr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Independent variable is route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Riverside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River Road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University</a:t>
            </a:r>
          </a:p>
          <a:p>
            <a:r>
              <a:rPr lang="en-US" dirty="0">
                <a:solidFill>
                  <a:srgbClr val="FFFFFF"/>
                </a:solidFill>
              </a:rPr>
              <a:t>Dependent Variable is time in seconds</a:t>
            </a:r>
          </a:p>
          <a:p>
            <a:r>
              <a:rPr lang="en-US" dirty="0">
                <a:solidFill>
                  <a:srgbClr val="FFFFFF"/>
                </a:solidFill>
              </a:rPr>
              <a:t>Gathered with Apple Watch workouts</a:t>
            </a:r>
          </a:p>
        </p:txBody>
      </p:sp>
    </p:spTree>
    <p:extLst>
      <p:ext uri="{BB962C8B-B14F-4D97-AF65-F5344CB8AC3E}">
        <p14:creationId xmlns:p14="http://schemas.microsoft.com/office/powerpoint/2010/main" val="503267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DFEEB-05CF-13C8-9C11-4D9FA2E5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Hypotheses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0604D56-8FAE-B180-B7C5-D8128BEC8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4" r="2498"/>
          <a:stretch/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CE99B-10B5-DF10-012C-0A3537A64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Autofit/>
          </a:bodyPr>
          <a:lstStyle/>
          <a:p>
            <a:r>
              <a:rPr lang="en-US" sz="3600" dirty="0"/>
              <a:t>Null Hypothesis: The mean time it takes to commute is the same for all routes</a:t>
            </a:r>
          </a:p>
          <a:p>
            <a:r>
              <a:rPr lang="en-US" sz="3600" dirty="0"/>
              <a:t>Alternative Hypothesis: The mean time it takes to commute is different for one of the routes</a:t>
            </a:r>
          </a:p>
        </p:txBody>
      </p:sp>
    </p:spTree>
    <p:extLst>
      <p:ext uri="{BB962C8B-B14F-4D97-AF65-F5344CB8AC3E}">
        <p14:creationId xmlns:p14="http://schemas.microsoft.com/office/powerpoint/2010/main" val="416951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B4574-2304-5DCF-119D-F0056206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ANOVA test	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DE4DA3-95DF-430C-1F41-BE93B5478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P-Value = 0.316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13062F-A80B-2530-D87B-DAC6BE6B5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538" y="1175647"/>
            <a:ext cx="6141876" cy="110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7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1451F-3B06-AF43-BAC0-1C83FA0E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A011315-5D4A-7CC9-06D0-D72FC36E69C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800" dirty="0"/>
              <a:t>P-Value = 0.316 &gt; </a:t>
            </a:r>
            <a:r>
              <a:rPr lang="el-GR" sz="4800" b="1" i="0" dirty="0">
                <a:effectLst/>
                <a:latin typeface="SBL BibLit"/>
              </a:rPr>
              <a:t>α</a:t>
            </a:r>
            <a:r>
              <a:rPr lang="en-US" sz="4800" b="1" i="0" dirty="0">
                <a:effectLst/>
                <a:latin typeface="SBL BibLit"/>
              </a:rPr>
              <a:t> </a:t>
            </a:r>
            <a:r>
              <a:rPr lang="en-US" sz="4800" dirty="0"/>
              <a:t>= 0.05</a:t>
            </a:r>
          </a:p>
          <a:p>
            <a:r>
              <a:rPr lang="en-US" sz="4800" dirty="0"/>
              <a:t>Reject null hypothesis</a:t>
            </a:r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02E28-D605-6C2F-4BA6-E963DC563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43544"/>
            <a:ext cx="5458968" cy="337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918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422A-1796-0576-1B77-F2017C32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3A5F-04C3-FE71-DFEF-B6A42F90B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IMAGES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https://optimise2.assets-servd.host/material-civet/production/images/Tread_West-River-Parkway-Minneapolis.JPG?w=1000&amp;q=82&amp;auto=format&amp;fit=clip&amp;dm=1620062533&amp;s=b90ad6ef0e783cfe011aa1f834060cea</a:t>
            </a:r>
            <a:endParaRPr lang="en-US" dirty="0"/>
          </a:p>
          <a:p>
            <a:r>
              <a:rPr lang="en-US" dirty="0">
                <a:hlinkClick r:id="rId3"/>
              </a:rPr>
              <a:t>https://www.travelandleisure.com/thmb/8iCrX_YGnN-jZjjDV1YjDp5Rp6g=/750x0/filters:no_upscale():max_bytes(150000):strip_icc():format(webp)/TAL-minnesota-GREATRIVERRD0923-50911cd3977e4e869e56e2153692af9f.jpg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6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186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SBL BibLit</vt:lpstr>
      <vt:lpstr>Office Theme</vt:lpstr>
      <vt:lpstr>Biking to Work</vt:lpstr>
      <vt:lpstr>Which route is fastest?</vt:lpstr>
      <vt:lpstr>DATA</vt:lpstr>
      <vt:lpstr>Hypotheses</vt:lpstr>
      <vt:lpstr>ANOVA test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Sandahl</dc:creator>
  <cp:lastModifiedBy>Charles Sandahl</cp:lastModifiedBy>
  <cp:revision>2</cp:revision>
  <dcterms:created xsi:type="dcterms:W3CDTF">2025-05-01T01:47:45Z</dcterms:created>
  <dcterms:modified xsi:type="dcterms:W3CDTF">2025-05-01T04:47:19Z</dcterms:modified>
</cp:coreProperties>
</file>